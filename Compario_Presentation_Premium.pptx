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ERN_DARK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0"/>
            <a:ext cx="822960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Compario - Price Intelligence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644652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371600"/>
            <a:ext cx="5486400" cy="36576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201168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Compario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smarter. Buy better.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41148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Compario?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Multi-Marketplace Price Intelligence Platform.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for any product and instantly see its price across top e-commerce websites (Amazon, Flipkart, Croma, etc.).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price history over time to understand market trends.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personalized price drops and alerts.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with Online Shopping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Pricing: Users must manually open multiple apps to find the best deal.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Misleading Discounts: Sellers artificially inflate prices before sales to show fake discounts.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Timing the Market: Buyers don't know if the current price is a 'good' price.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Missed Deals: Flash sales and price drops happen quickly and are easily missed.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Compario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Dashboard: One search bar to rule them all—fetching data from verified sellers.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Transparency: We expose the '90-Day Average Price' and 'Historical Low'.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Tracking: The platform watches the prices for you 24/7.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Alerts: Users are notified via Email or Browser when their target price is hit.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Marketplace Comparison Table: Side-by-side comparison of price, shipping, and seller trust.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Price Charts: Visualizing 7-day to 1-year price trends.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Wishlist: Track target prices for future purchases.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Dashboard: Overview of potential savings and active alerts.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Data Ingestion: System securely connects to official APIs and third-party feeds.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Data Processing: A background worker aggregates and normalizes the data.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User Interface: The React frontend fetches this standardized data.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Alert Engine: Alerts are triggered when new fetched prices hit target thresholds.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Framework: React.js &amp; Vite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Styling &amp; UI: Tailwind CSS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Icons &amp; Assets: Lucide React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Visualization: Recharts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&amp; State: React Router &amp; TanStack Query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Animations: Framer Motion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UI/UX Design Philosophy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Direction: Light, Clean, Premium, and Data-Rich.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on Typography (Inter font) and strict visual hierarchy.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Avoided generic templates to create a product that feels like a real startup.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Fully responsive layout (Desktop, Tablet, Mobile optimized).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Extension: Show Compario prices while browsing Amazon/Flipkart.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Product Reviews: Summarizing thousands of reviews using AI.</a:t>
            </a:r>
            <a:endParaRPr lang="en-US" sz="2000" dirty="0"/>
          </a:p>
          <a:p>
            <a:pPr marL="254000" indent="-254000">
              <a:lnSpc>
                <a:spcPts val="3400"/>
              </a:lnSpc>
              <a:buSzPct val="100000"/>
              <a:buChar char="•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App: Releasing native iOS and Android applications.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2860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2026-09-20T14:26:18Z</dcterms:created>
  <dcterms:modified xsi:type="dcterms:W3CDTF">2026-09-20T14:26:18Z</dcterms:modified>
</cp:coreProperties>
</file>