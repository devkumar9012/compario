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O_MASTER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492240"/>
            <a:ext cx="822960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" y="653796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smarter. Buy better.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0" y="6537960"/>
            <a:ext cx="1371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1828800"/>
            <a:ext cx="5486400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63500" dir="16200000">
              <a:srgbClr val="000000">
                <a:alpha val="3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2926080" y="2651760"/>
            <a:ext cx="274320" cy="182880"/>
          </a:xfrm>
          <a:prstGeom prst="leftArrow">
            <a:avLst/>
          </a:prstGeom>
          <a:solidFill>
            <a:srgbClr val="4338CA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2651760"/>
            <a:ext cx="274320" cy="182880"/>
          </a:xfrm>
          <a:prstGeom prst="rightArrow">
            <a:avLst/>
          </a:prstGeom>
          <a:solidFill>
            <a:srgbClr val="4338CA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237744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Compario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828800" y="310896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smarter. Buy better.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Interface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Clean, premium, and data-rich user experience.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4572000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50800" dir="1620000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54480"/>
            <a:ext cx="8229600" cy="2286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627632"/>
            <a:ext cx="73152" cy="73152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627632"/>
            <a:ext cx="73152" cy="7315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1627632"/>
            <a:ext cx="73152" cy="73152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9" name="Image 0" descr="compario_homep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" y="1783080"/>
            <a:ext cx="8193024" cy="43251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High-level data flow and processing pipeline.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28600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8288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Amazon API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Flipkart Affiliate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Third-Party Feeds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1828800"/>
            <a:ext cx="228600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83280" y="18288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Marketplace Adapters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228600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09360" y="18288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Normalization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3200400"/>
            <a:ext cx="228600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32004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Data Processing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83280" y="3200400"/>
            <a:ext cx="228600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83280" y="32004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Cron Jobs / Workers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228600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32004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MongoDB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572000"/>
            <a:ext cx="228600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45720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Node.js + Express API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83280" y="4572000"/>
            <a:ext cx="228600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383280" y="45720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+ Vite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4572000"/>
            <a:ext cx="2286000" cy="731520"/>
          </a:xfrm>
          <a:prstGeom prst="roundRect">
            <a:avLst>
              <a:gd name="adj" fmla="val 625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63500" dist="25400" dir="16200000">
              <a:srgbClr val="4338CA">
                <a:alpha val="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09360" y="45720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Compario UI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834640" y="2103120"/>
            <a:ext cx="457200" cy="182880"/>
          </a:xfrm>
          <a:prstGeom prst="rightArrow">
            <a:avLst/>
          </a:prstGeom>
          <a:solidFill>
            <a:srgbClr val="9CA3AF"/>
          </a:solidFill>
          <a:ln/>
        </p:spPr>
      </p:sp>
      <p:sp>
        <p:nvSpPr>
          <p:cNvPr id="23" name="Shape 21"/>
          <p:cNvSpPr/>
          <p:nvPr/>
        </p:nvSpPr>
        <p:spPr>
          <a:xfrm>
            <a:off x="5760720" y="2103120"/>
            <a:ext cx="457200" cy="182880"/>
          </a:xfrm>
          <a:prstGeom prst="rightArrow">
            <a:avLst/>
          </a:prstGeom>
          <a:solidFill>
            <a:srgbClr val="9CA3AF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0" y="2651760"/>
            <a:ext cx="182880" cy="457200"/>
          </a:xfrm>
          <a:prstGeom prst="downArrow">
            <a:avLst/>
          </a:prstGeom>
          <a:solidFill>
            <a:srgbClr val="9CA3AF"/>
          </a:solidFill>
          <a:ln/>
        </p:spPr>
      </p:sp>
      <p:sp>
        <p:nvSpPr>
          <p:cNvPr id="25" name="Shape 23"/>
          <p:cNvSpPr/>
          <p:nvPr/>
        </p:nvSpPr>
        <p:spPr>
          <a:xfrm>
            <a:off x="5760720" y="3474720"/>
            <a:ext cx="457200" cy="182880"/>
          </a:xfrm>
          <a:prstGeom prst="leftArrow">
            <a:avLst/>
          </a:prstGeom>
          <a:solidFill>
            <a:srgbClr val="9CA3AF"/>
          </a:solidFill>
          <a:ln/>
        </p:spPr>
      </p:sp>
      <p:sp>
        <p:nvSpPr>
          <p:cNvPr id="26" name="Shape 24"/>
          <p:cNvSpPr/>
          <p:nvPr/>
        </p:nvSpPr>
        <p:spPr>
          <a:xfrm>
            <a:off x="2834640" y="3474720"/>
            <a:ext cx="457200" cy="182880"/>
          </a:xfrm>
          <a:prstGeom prst="leftArrow">
            <a:avLst/>
          </a:prstGeom>
          <a:solidFill>
            <a:srgbClr val="9CA3AF"/>
          </a:solidFill>
          <a:ln/>
        </p:spPr>
      </p:sp>
      <p:sp>
        <p:nvSpPr>
          <p:cNvPr id="27" name="Shape 25"/>
          <p:cNvSpPr/>
          <p:nvPr/>
        </p:nvSpPr>
        <p:spPr>
          <a:xfrm>
            <a:off x="1463040" y="4023360"/>
            <a:ext cx="182880" cy="457200"/>
          </a:xfrm>
          <a:prstGeom prst="downArrow">
            <a:avLst/>
          </a:prstGeom>
          <a:solidFill>
            <a:srgbClr val="9CA3AF"/>
          </a:solidFill>
          <a:ln/>
        </p:spPr>
      </p:sp>
      <p:sp>
        <p:nvSpPr>
          <p:cNvPr id="28" name="Shape 26"/>
          <p:cNvSpPr/>
          <p:nvPr/>
        </p:nvSpPr>
        <p:spPr>
          <a:xfrm>
            <a:off x="2834640" y="4846320"/>
            <a:ext cx="457200" cy="182880"/>
          </a:xfrm>
          <a:prstGeom prst="rightArrow">
            <a:avLst/>
          </a:prstGeom>
          <a:solidFill>
            <a:srgbClr val="9CA3AF"/>
          </a:solidFill>
          <a:ln/>
        </p:spPr>
      </p:sp>
      <p:sp>
        <p:nvSpPr>
          <p:cNvPr id="29" name="Shape 27"/>
          <p:cNvSpPr/>
          <p:nvPr/>
        </p:nvSpPr>
        <p:spPr>
          <a:xfrm>
            <a:off x="5760720" y="4846320"/>
            <a:ext cx="457200" cy="182880"/>
          </a:xfrm>
          <a:prstGeom prst="rightArrow">
            <a:avLst/>
          </a:prstGeom>
          <a:solidFill>
            <a:srgbClr val="9CA3AF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585216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Technologies: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011680" y="5806440"/>
            <a:ext cx="10058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108960" y="5806440"/>
            <a:ext cx="10058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TypeScript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206240" y="5806440"/>
            <a:ext cx="10058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Tailwind CSS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303520" y="5806440"/>
            <a:ext cx="10058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Node.js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00800" y="5806440"/>
            <a:ext cx="10058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Recharts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98080" y="5806440"/>
            <a:ext cx="10058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Framer Motion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online shopping is broken today.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2560320" cy="274320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50800" dir="16200000">
              <a:srgbClr val="000000">
                <a:alpha val="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2286000"/>
            <a:ext cx="2560320" cy="9144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74320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Fragmented Pricing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manually compare multiple marketplaces.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0" y="2286000"/>
            <a:ext cx="2560320" cy="274320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50800" dir="16200000">
              <a:srgbClr val="000000">
                <a:alpha val="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2286000"/>
            <a:ext cx="2560320" cy="9144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274320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Misleading Discounts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83280" y="320040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Discount percentages don't always explain the actual price history.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0" y="2286000"/>
            <a:ext cx="2560320" cy="274320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50800" dir="16200000">
              <a:srgbClr val="000000">
                <a:alpha val="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0" y="2286000"/>
            <a:ext cx="2560320" cy="9144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274320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Timing the Market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126480" y="320040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don't know whether the current price is historically low or high.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Compario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we empower the modern shopper.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1097280" cy="109728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288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338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828800" y="1920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Centralized Comparison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28800" y="2377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search across multiple verified sources.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200400"/>
            <a:ext cx="1097280" cy="109728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2004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338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828800" y="3291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Intelligence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28800" y="3749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price | 90-Day Average | Historical Low | Historical High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57200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4572000"/>
            <a:ext cx="1097280" cy="109728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5720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338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828800" y="4663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Price Alerts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828800" y="51206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Notify users when their target price is reached.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182880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11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Compario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371600" y="237744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smarter. Buy better.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 Questions?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71600" y="502920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Repository  |  Live Demo  |  Project Architecture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2026-09-24T16:37:31Z</dcterms:created>
  <dcterms:modified xsi:type="dcterms:W3CDTF">2026-09-24T16:37:31Z</dcterms:modified>
</cp:coreProperties>
</file>