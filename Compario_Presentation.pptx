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3716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338CA"/>
                </a:solidFill>
              </a:rPr>
              <a:t>Compario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</a:rPr>
              <a:t>Compare smarter. Buy better.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Project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38CA"/>
                </a:solidFill>
              </a:rPr>
              <a:t>What is Compario?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318"/>
                </a:solidFill>
              </a:rPr>
              <a:t>A Multi-Marketplace Price Intelligence Platform.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Search for any product and instantly see its price across top e-commerce websites (Amazon, Flipkart, Croma, etc.).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Track price history over time to understand market trends.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Set personalized price drops and alerts.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38CA"/>
                </a:solidFill>
              </a:rPr>
              <a:t>The Problem with Online Shopping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318"/>
                </a:solidFill>
              </a:rPr>
              <a:t>Fragmented Pricing: Users must manually open multiple apps to find the best deal.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Misleading Discounts: Sellers artificially inflate prices before sales to show fake discounts.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Timing the Market: Buyers don't know if the current price is a 'good' price.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Missed Deals: Flash sales and price drops happen quickly and are easily missed.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38CA"/>
                </a:solidFill>
              </a:rPr>
              <a:t>The Compario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318"/>
                </a:solidFill>
              </a:rPr>
              <a:t>Centralized Dashboard: One search bar to rule them all—fetching data from verified sellers.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Price Transparency: We expose the '90-Day Average Price' and 'Historical Low'.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Automated Tracking: The platform watches the prices for you 24/7.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Smart Alerts: Users are notified via Email or Browser when their target price is hit.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38CA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318"/>
                </a:solidFill>
              </a:rPr>
              <a:t>Marketplace Comparison Table: Side-by-side comparison of price, shipping, and seller trust.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Interactive Price Charts: Visualizing 7-day to 1-year price trends.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Personalized Wishlist: Track target prices for future purchases.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Live Dashboard: Overview of potential savings and active alerts.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38CA"/>
                </a:solidFill>
              </a:rPr>
              <a:t>System Architecture &amp;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318"/>
                </a:solidFill>
              </a:rPr>
              <a:t>Data Ingestion: System securely connects to official APIs and third-party feeds.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Data Processing: A background worker aggregates and normalizes the data.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User Interface: The React frontend fetches this standardized data.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Alert Engine: Alerts are triggered when new fetched prices hit target thresholds.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38CA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318"/>
                </a:solidFill>
              </a:rPr>
              <a:t>Frontend Framework: React.js &amp; Vite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Styling &amp; UI: Tailwind CSS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Icons &amp; Assets: Lucide React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Data Visualization: Recharts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Routing &amp; State: React Router &amp; TanStack Query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Animations: Framer Motion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38CA"/>
                </a:solidFill>
              </a:rPr>
              <a:t>UI/UX Design Philosophy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318"/>
                </a:solidFill>
              </a:rPr>
              <a:t>Design Direction: Light, Clean, Premium, and Data-Rich.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Focus on Typography (Inter font) and strict visual hierarchy.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Avoided generic templates to create a product that feels like a real startup.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Fully responsive layout (Desktop, Tablet, Mobile optimized).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38CA"/>
                </a:solidFill>
              </a:rPr>
              <a:t>Future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318"/>
                </a:solidFill>
              </a:rPr>
              <a:t>Browser Extension: Show Compario prices while browsing Amazon/Flipkart.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AI Product Reviews: Summarizing thousands of reviews using AI.</a:t>
            </a:r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</a:rPr>
              <a:t>Mobile App: Releasing native iOS and Android applications.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338CA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</a:rPr>
              <a:t>Any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2026-09-20T14:21:46Z</dcterms:created>
  <dcterms:modified xsi:type="dcterms:W3CDTF">2026-09-20T14:21:46Z</dcterms:modified>
</cp:coreProperties>
</file>