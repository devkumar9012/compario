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O_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65379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&amp; Scalability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0" y="653796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71600"/>
            <a:ext cx="6400800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76200" dir="16200000">
              <a:srgbClr val="000000">
                <a:alpha val="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71600" y="1371600"/>
            <a:ext cx="6400800" cy="1371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Compario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Frontend, Authentication, Backend Integration &amp; Scaling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Frontend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High-performance React interface without persistent storage.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411480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63500" dir="16200000">
              <a:srgbClr val="000000">
                <a:alpha val="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4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 &amp; Vite: </a:t>
            </a:r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Blazing fast dev server and builds.</a:t>
            </a:r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CSS: 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Utility-first, responsive styling.</a:t>
            </a:r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Router DOM: 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Client-side routing.</a:t>
            </a:r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TanStack Query: 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fetching and caching readiness.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3840480" cy="411480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63500" dir="16200000">
              <a:srgbClr val="000000">
                <a:alpha val="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2011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Data 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24688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loads directly from </a:t>
            </a:r>
            <a:pPr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src/data/products.ts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
</a:t>
            </a:r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Limitation:
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backend, user preferences (Wishlists, Alerts) are lost on page refresh.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Securing user data with JWT and OAuth integration.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(Login/Register)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27432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2743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(React App)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27432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743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(Node.js)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74320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0" y="2743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(PostgreSQL)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108960"/>
            <a:ext cx="36576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3108960"/>
            <a:ext cx="36576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0" y="3108960"/>
            <a:ext cx="36576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389120"/>
            <a:ext cx="8229600" cy="164592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720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Steps: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Context: Wrap app to hold session state.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Routes: Redirect to /login if !isAuthenticated.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Axios Interceptors: Automatically attach JWT Token as Bearer header.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Data Storage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to a dynamic, database-driven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411480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63500" dir="16200000">
              <a:srgbClr val="000000">
                <a:alpha val="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Tech Stack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Runtime: Node.js (Express.js or NestJS)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 PostgreSQL (Relational)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ORM: Prisma or Drizzle (Type-safe queries)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Caching: Redis (Fast price lookups)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3840480" cy="4114800"/>
          </a:xfrm>
          <a:prstGeom prst="roundRect">
            <a:avLst>
              <a:gd name="adj" fmla="val 119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011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Database Entities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20640" y="256032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Profiles, credentials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329184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data, specs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402336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4023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Time-series price history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475488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4754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754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target prices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Architecture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End-to-End System Flow.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63500" dist="25400" dir="16200000">
              <a:srgbClr val="4338CA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286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(Frontend UI)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22860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2286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(Express/GraphQL)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2286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(Main Database)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41148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4114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 Cache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41148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41148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Scraper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(Background Workers)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274320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743200"/>
            <a:ext cx="457200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3566160"/>
            <a:ext cx="182880" cy="457200"/>
          </a:xfrm>
          <a:prstGeom prst="upArrow">
            <a:avLst/>
          </a:prstGeom>
          <a:solidFill>
            <a:srgbClr val="6B728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3566160"/>
            <a:ext cx="182880" cy="457200"/>
          </a:xfrm>
          <a:prstGeom prst="upArrow">
            <a:avLst/>
          </a:prstGeom>
          <a:solidFill>
            <a:srgbClr val="6B728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Scalability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Preparing Compario for millions of users and tracking queries.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63500" dir="16200000">
              <a:srgbClr val="000000">
                <a:alpha val="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the monolith into Auth Service, Product API, and Scraping Engine.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Queues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RabbitMQ or Kafka to queue scraping tasks so the system doesn't crash under peak load.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standard SQL text searches with ElasticSearch for lightning-fast, typo-tolerant queries.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75488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4709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00400" y="4709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WebSockets (Socket.io) to push live price drops to users instantly.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2026-09-24T16:36:49Z</dcterms:created>
  <dcterms:modified xsi:type="dcterms:W3CDTF">2026-09-24T16:36:49Z</dcterms:modified>
</cp:coreProperties>
</file>