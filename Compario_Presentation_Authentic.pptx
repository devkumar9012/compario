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O_CLEAN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92240"/>
            <a:ext cx="82296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Compario - Product Comparison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65379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1945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Compario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Compare smarter. Buy better.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Platform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Clean, premium, and data-rich user experience.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7315200" cy="2743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64592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6459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64592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874520"/>
            <a:ext cx="7223760" cy="4023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74520"/>
            <a:ext cx="72237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Add your Homepage Screenshot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(Right Click -&gt; Change Picture)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How data moves from marketplaces to the user.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1. Data 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Amazon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Flipkart Affiliate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Third-Party Feeds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3383280"/>
            <a:ext cx="548640" cy="365760"/>
          </a:xfrm>
          <a:prstGeom prst="rightArrow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74320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2. Aggregation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3383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Data Normalization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Cron Jobs / Workers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Database Upserts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3383280"/>
            <a:ext cx="548640" cy="365760"/>
          </a:xfrm>
          <a:prstGeom prst="rightArrow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74320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16200000">
              <a:srgbClr val="4338CA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3. Client UI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383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React &amp; Vite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Tailwind CSS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TanStack Query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Powered by: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5212080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5212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React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5212080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5212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5212080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5212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5212080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5212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5212080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212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5212080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5212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Node.js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Why online shopping is broken today.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Fragmented Pricing: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Users must manually open multiple apps to find the best deal.
</a:t>
            </a:r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Misleading Discounts: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Sellers artificially inflate prices before sales to show fake discounts.
</a:t>
            </a:r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Timing the Market: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Buyers don't know if the current price is a 'good' price.
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The Compario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How we empower the modern shopper.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Centralized Dashboard: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One search bar to rule them all—fetching data from verified sellers.
</a:t>
            </a:r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Price Transparency: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We expose the '90-Day Average Price' and 'Historical Low'.
</a:t>
            </a:r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Smart Alerts: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Users are notified via Email or Browser when their target price is hit.
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38CA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Any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2026-09-20T15:13:12Z</dcterms:created>
  <dcterms:modified xsi:type="dcterms:W3CDTF">2026-09-20T15:13:12Z</dcterms:modified>
</cp:coreProperties>
</file>