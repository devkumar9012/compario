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737" autoAdjust="0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3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O_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" y="6537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65379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078587" y="1133707"/>
            <a:ext cx="274320" cy="182880"/>
          </a:xfrm>
          <a:prstGeom prst="leftArrow">
            <a:avLst/>
          </a:prstGeom>
          <a:solidFill>
            <a:srgbClr val="4338CA"/>
          </a:solidFill>
          <a:ln/>
        </p:spPr>
      </p:sp>
      <p:sp>
        <p:nvSpPr>
          <p:cNvPr id="4" name="Shape 2"/>
          <p:cNvSpPr/>
          <p:nvPr/>
        </p:nvSpPr>
        <p:spPr>
          <a:xfrm>
            <a:off x="2167425" y="1338889"/>
            <a:ext cx="274320" cy="182880"/>
          </a:xfrm>
          <a:prstGeom prst="rightArrow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501697" y="1225147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50380" y="2447321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online shopping is broken today.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3FA804-1BD3-A1EF-F561-2963C55D8667}"/>
              </a:ext>
            </a:extLst>
          </p:cNvPr>
          <p:cNvSpPr txBox="1"/>
          <p:nvPr/>
        </p:nvSpPr>
        <p:spPr>
          <a:xfrm>
            <a:off x="457200" y="1920241"/>
            <a:ext cx="6400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Fragmented Pricing: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Users must manually open multiple apps to find the best deal.
</a:t>
            </a: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Misleading Discounts: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Sellers artificially inflate prices before sales to show fake discounts.
</a:t>
            </a: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Timing the Market: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Buyers don't know if the current price is a 'good' price.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premium, and data-rich user experience.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7345308" cy="37719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27632"/>
            <a:ext cx="73152" cy="7315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276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2763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286CEA-9AA2-7329-6AAE-C24A80D5E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73936"/>
            <a:ext cx="6840305" cy="3267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57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60174" y="7086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data flow and processing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Affiliate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Feeds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Adapters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Normalization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Data 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 Jobs / Workers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63500" dist="25400" dir="16200000" algn="bl" rotWithShape="0">
              <a:srgbClr val="4338CA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 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21031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0" y="21031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2651760"/>
            <a:ext cx="182880" cy="457200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3474720"/>
            <a:ext cx="457200" cy="182880"/>
          </a:xfrm>
          <a:prstGeom prst="leftArrow">
            <a:avLst/>
          </a:prstGeom>
          <a:solidFill>
            <a:srgbClr val="9CA3A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474720"/>
            <a:ext cx="457200" cy="182880"/>
          </a:xfrm>
          <a:prstGeom prst="leftArrow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040" y="4023360"/>
            <a:ext cx="182880" cy="457200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48463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48463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852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Technologies: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 Motion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Compario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empower the modern shopper.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5120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23EA05-7C4C-5070-DFF9-5C86FA609D87}"/>
              </a:ext>
            </a:extLst>
          </p:cNvPr>
          <p:cNvSpPr txBox="1"/>
          <p:nvPr/>
        </p:nvSpPr>
        <p:spPr>
          <a:xfrm>
            <a:off x="564995" y="1828800"/>
            <a:ext cx="62930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Centralized Dashboard: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One search bar to rule them all—fetching data from verified sellers.
</a:t>
            </a: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Price Transparency: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We expose the '90-Day Average Price' and 'Historical Low'.
</a:t>
            </a:r>
            <a:r>
              <a:rPr lang="en-US" sz="2000" b="1" dirty="0">
                <a:solidFill>
                  <a:srgbClr val="111827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Smart Alerts:</a:t>
            </a:r>
            <a:r>
              <a:rPr lang="en-US" sz="2000" dirty="0">
                <a:solidFill>
                  <a:srgbClr val="6B7280"/>
                </a:solidFill>
                <a:latin typeface="Inter, Helvetica" pitchFamily="34" charset="0"/>
                <a:ea typeface="Inter, Helvetica" pitchFamily="34" charset="-122"/>
                <a:cs typeface="Inter, Helvetica" pitchFamily="34" charset="-120"/>
              </a:rPr>
              <a:t> Users are notified via Email or Browser when their target price is hit.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42585" y="2488952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202</Words>
  <Application>Microsoft Office PowerPoint</Application>
  <PresentationFormat>On-screen Show (16:9)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Inter, 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 kumar</cp:lastModifiedBy>
  <cp:revision>2</cp:revision>
  <dcterms:created xsi:type="dcterms:W3CDTF">2026-09-20T15:39:26Z</dcterms:created>
  <dcterms:modified xsi:type="dcterms:W3CDTF">2026-09-20T15:58:04Z</dcterms:modified>
</cp:coreProperties>
</file>